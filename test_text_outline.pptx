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effectLst>
                  <a:glow rad="50800">
                    <a:srgbClr val="FFFFFF"/>
                  </a:glow>
                </a:effectLst>
                <a:ln w="12700">
                  <a:solidFill>
                    <a:srgbClr val="FFFFFF"/>
                  </a:solidFill>
                </a:ln>
              </a:rPr>
              <a:t>1km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