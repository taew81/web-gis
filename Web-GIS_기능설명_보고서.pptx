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latin typeface="Malgun Gothic"/>
              </a:defRPr>
            </a:pPr>
            <a:r>
              <a:t>Web-GIS 기반 현황분석 자동화 플랫폼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- 핵심 기능 안내 -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9504" y="1828800"/>
            <a:ext cx="6400800" cy="4114800"/>
          </a:xfrm>
          <a:prstGeom prst="rect">
            <a:avLst/>
          </a:prstGeom>
          <a:solidFill>
            <a:srgbClr val="F0F0F0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46464"/>
                </a:solidFill>
              </a:defRPr>
            </a:pPr>
            <a:r>
              <a:t>[프로그램 스크린샷 삽입 영역]</a:t>
            </a:r>
          </a:p>
          <a:p>
            <a:pPr algn="ctr">
              <a:defRPr sz="1600" b="1">
                <a:solidFill>
                  <a:srgbClr val="646464"/>
                </a:solidFill>
              </a:defRPr>
            </a:pPr>
          </a:p>
          <a:p>
            <a:pPr algn="ctr">
              <a:defRPr sz="1600" b="1">
                <a:solidFill>
                  <a:srgbClr val="646464"/>
                </a:solidFill>
              </a:defRPr>
            </a:pPr>
            <a:r>
              <a:t>이 상자를 클릭하여 지우고</a:t>
            </a:r>
          </a:p>
          <a:p>
            <a:pPr algn="ctr">
              <a:defRPr sz="1600" b="1">
                <a:solidFill>
                  <a:srgbClr val="646464"/>
                </a:solidFill>
              </a:defRPr>
            </a:pPr>
            <a:r>
              <a:t>실제 프로그램 캡처 화면을 가운데에 배치하세요.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2286000" cy="118872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3366"/>
                </a:solidFill>
                <a:latin typeface="Malgun Gothic"/>
              </a:defRPr>
            </a:pPr>
            <a:r>
              <a:t>① 구역계 범위 업로드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대상지 좌표가 담긴 DXF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파일을 분석해 지도에 표시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2240280"/>
            <a:ext cx="640080" cy="32004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65760" y="4206240"/>
            <a:ext cx="2286000" cy="118872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3366"/>
                </a:solidFill>
                <a:latin typeface="Malgun Gothic"/>
              </a:defRPr>
            </a:pPr>
            <a:r>
              <a:t>② 배경도/좌표 매칭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KOREA_CRS 체계에 맞게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도면 좌표 자동 투영 변환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651760" y="4389120"/>
            <a:ext cx="640080" cy="41148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509760" y="1645920"/>
            <a:ext cx="2377440" cy="128016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3366"/>
                </a:solidFill>
                <a:latin typeface="Malgun Gothic"/>
              </a:defRPr>
            </a:pPr>
            <a:r>
              <a:t>③ 현황 조서 분석/추출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편입 필지를 자동 스캔하여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속성/통계 자료 일괄 Excel 추출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869680" y="2286000"/>
            <a:ext cx="640080" cy="27432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509760" y="4206240"/>
            <a:ext cx="2377440" cy="1280160"/>
          </a:xfrm>
          <a:prstGeom prst="roundRect">
            <a:avLst/>
          </a:prstGeom>
          <a:solidFill>
            <a:srgbClr val="F5F9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3366"/>
                </a:solidFill>
                <a:latin typeface="Malgun Gothic"/>
              </a:defRPr>
            </a:pPr>
            <a:r>
              <a:t>④ 배경 데이터 WFS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VWorld 레이어를 로컬</a:t>
            </a:r>
          </a:p>
          <a:p>
            <a:pPr>
              <a:defRPr sz="1200">
                <a:solidFill>
                  <a:srgbClr val="323232"/>
                </a:solidFill>
                <a:latin typeface="Malgun Gothic"/>
              </a:defRPr>
            </a:pPr>
            <a:r>
              <a:t>DXF/SHP 형식으로 저장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8869680" y="4389120"/>
            <a:ext cx="640080" cy="45720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