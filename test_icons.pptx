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Up Arrow 1"/>
          <p:cNvSpPr/>
          <p:nvPr/>
        </p:nvSpPr>
        <p:spPr>
          <a:xfrm>
            <a:off x="7315200" y="914400"/>
            <a:ext cx="365760" cy="548640"/>
          </a:xfrm>
          <a:prstGeom prst="upArrow">
            <a:avLst/>
          </a:prstGeom>
          <a:solidFill>
            <a:srgbClr val="00000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23760" y="45720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000"/>
            </a:pPr>
            <a:r>
              <a:t>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914400"/>
            <a:ext cx="731520" cy="457200"/>
          </a:xfrm>
          <a:prstGeom prst="roundRect">
            <a:avLst/>
          </a:prstGeom>
          <a:solidFill>
            <a:srgbClr val="0033A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고속</a:t>
            </a:r>
          </a:p>
        </p:txBody>
      </p:sp>
      <p:sp>
        <p:nvSpPr>
          <p:cNvPr id="5" name="Oval 4"/>
          <p:cNvSpPr/>
          <p:nvPr/>
        </p:nvSpPr>
        <p:spPr>
          <a:xfrm>
            <a:off x="1828800" y="914400"/>
            <a:ext cx="548640" cy="457200"/>
          </a:xfrm>
          <a:prstGeom prst="ellipse">
            <a:avLst/>
          </a:prstGeom>
          <a:solidFill>
            <a:srgbClr val="FFCC00"/>
          </a:solidFill>
          <a:ln>
            <a:solidFill>
              <a:srgbClr val="003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국도</a:t>
            </a:r>
          </a:p>
        </p:txBody>
      </p:sp>
      <p:sp>
        <p:nvSpPr>
          <p:cNvPr id="6" name="Isosceles Triangle 5"/>
          <p:cNvSpPr/>
          <p:nvPr/>
        </p:nvSpPr>
        <p:spPr>
          <a:xfrm>
            <a:off x="2743200" y="914400"/>
            <a:ext cx="457200" cy="457200"/>
          </a:xfrm>
          <a:prstGeom prst="triangle">
            <a:avLst/>
          </a:prstGeom>
          <a:solidFill>
            <a:srgbClr val="228B2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OO동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