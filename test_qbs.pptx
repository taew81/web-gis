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0"/>
            <a:ext cx="6858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524347" y="2857500"/>
            <a:ext cx="1143000" cy="1143000"/>
          </a:xfrm>
          <a:prstGeom prst="ellipse">
            <a:avLst/>
          </a:prstGeom>
          <a:noFill/>
          <a:ln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58587" y="3291840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1km</a:t>
            </a:r>
          </a:p>
        </p:txBody>
      </p:sp>
      <p:sp>
        <p:nvSpPr>
          <p:cNvPr id="5" name="Oval 4"/>
          <p:cNvSpPr/>
          <p:nvPr/>
        </p:nvSpPr>
        <p:spPr>
          <a:xfrm>
            <a:off x="4952847" y="2286000"/>
            <a:ext cx="2286000" cy="2286000"/>
          </a:xfrm>
          <a:prstGeom prst="ellipse">
            <a:avLst/>
          </a:prstGeom>
          <a:noFill/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87087" y="3291840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2km</a:t>
            </a:r>
          </a:p>
        </p:txBody>
      </p:sp>
      <p:sp>
        <p:nvSpPr>
          <p:cNvPr id="7" name="Oval 6"/>
          <p:cNvSpPr/>
          <p:nvPr/>
        </p:nvSpPr>
        <p:spPr>
          <a:xfrm>
            <a:off x="4381347" y="1714500"/>
            <a:ext cx="3429000" cy="3429000"/>
          </a:xfrm>
          <a:prstGeom prst="ellipse">
            <a:avLst/>
          </a:prstGeom>
          <a:noFill/>
          <a:ln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15587" y="3291840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3km</a:t>
            </a:r>
          </a:p>
        </p:txBody>
      </p:sp>
      <p:sp>
        <p:nvSpPr>
          <p:cNvPr id="9" name="Oval 8"/>
          <p:cNvSpPr/>
          <p:nvPr/>
        </p:nvSpPr>
        <p:spPr>
          <a:xfrm>
            <a:off x="3809847" y="1143000"/>
            <a:ext cx="4572000" cy="4572000"/>
          </a:xfrm>
          <a:prstGeom prst="ellipse">
            <a:avLst/>
          </a:prstGeom>
          <a:noFill/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4087" y="3291840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4km</a:t>
            </a:r>
          </a:p>
        </p:txBody>
      </p:sp>
      <p:sp>
        <p:nvSpPr>
          <p:cNvPr id="11" name="Oval 10"/>
          <p:cNvSpPr/>
          <p:nvPr/>
        </p:nvSpPr>
        <p:spPr>
          <a:xfrm>
            <a:off x="3238347" y="571500"/>
            <a:ext cx="5715000" cy="5715000"/>
          </a:xfrm>
          <a:prstGeom prst="ellipse">
            <a:avLst/>
          </a:prstGeom>
          <a:noFill/>
          <a:ln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2587" y="3291840"/>
            <a:ext cx="73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5km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7207" y="306324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사업대상지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